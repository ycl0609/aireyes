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50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Emotional AI for Mental Stress Detection and Suicide Prevention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Using Chat Analysis to Help Mental Health Patients</a:t>
            </a:r>
          </a:p>
          <a:p>
            <a:r>
              <a:rPr dirty="0"/>
              <a:t>Dalhousie AI Research Team</a:t>
            </a:r>
          </a:p>
          <a:p>
            <a:r>
              <a:rPr dirty="0"/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2000"/>
            </a:pPr>
            <a:r>
              <a:rPr dirty="0"/>
              <a:t>• Many people suffer from mental health problems such as depression and anxiety.</a:t>
            </a:r>
            <a:br>
              <a:rPr dirty="0"/>
            </a:br>
            <a:r>
              <a:rPr dirty="0"/>
              <a:t>• Traditional therapy is often slow and passive.</a:t>
            </a:r>
            <a:br>
              <a:rPr dirty="0"/>
            </a:br>
            <a:r>
              <a:rPr dirty="0"/>
              <a:t>• </a:t>
            </a:r>
            <a:r>
              <a:rPr lang="en-US" altLang="zh-CN" dirty="0"/>
              <a:t>BERT </a:t>
            </a:r>
            <a:r>
              <a:rPr dirty="0"/>
              <a:t> AI can analyze chat messages or speech to detect emotions</a:t>
            </a:r>
            <a:r>
              <a:rPr lang="en-US" dirty="0"/>
              <a:t> and give a score.</a:t>
            </a:r>
          </a:p>
          <a:p>
            <a:pPr>
              <a:defRPr sz="2000"/>
            </a:pPr>
            <a:br>
              <a:rPr dirty="0"/>
            </a:br>
            <a:r>
              <a:rPr dirty="0"/>
              <a:t>• It can warn early if someone is under high stress or in danger.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2000"/>
            </a:pPr>
            <a:r>
              <a:t>• Use AI to analyze chat messages and detect stress.</a:t>
            </a:r>
            <a:br/>
            <a:r>
              <a:t>• Build a model to measure each person’s stress level.</a:t>
            </a:r>
            <a:br/>
            <a:r>
              <a:t>• Predict suicide risk early.</a:t>
            </a:r>
            <a:br/>
            <a:r>
              <a:t>• Connect the system to professionals for quick help.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2000"/>
            </a:pPr>
            <a:r>
              <a:rPr dirty="0"/>
              <a:t>1. Data Collection: chat, social media, </a:t>
            </a:r>
            <a:br>
              <a:rPr dirty="0"/>
            </a:br>
            <a:r>
              <a:rPr dirty="0"/>
              <a:t>2. Emotion Analysis: </a:t>
            </a:r>
            <a:r>
              <a:rPr lang="en-US" altLang="zh-CN" dirty="0"/>
              <a:t>BERT</a:t>
            </a:r>
            <a:r>
              <a:rPr dirty="0"/>
              <a:t> models detect</a:t>
            </a:r>
            <a:r>
              <a:rPr lang="en-US" dirty="0"/>
              <a:t> </a:t>
            </a:r>
            <a:r>
              <a:rPr dirty="0"/>
              <a:t>sadness, anger, fear</a:t>
            </a:r>
            <a:br>
              <a:rPr dirty="0"/>
            </a:br>
            <a:r>
              <a:rPr dirty="0"/>
              <a:t>3. Stress Evaluation: combine text + behavior to get a stress score</a:t>
            </a:r>
            <a:br>
              <a:rPr dirty="0"/>
            </a:br>
            <a:r>
              <a:rPr dirty="0"/>
              <a:t>4. Response System: send alerts or connect to counselors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55774"/>
            <a:ext cx="1645920" cy="73152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955774"/>
            <a:ext cx="1645920" cy="73152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Emotion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6787" y="3955774"/>
            <a:ext cx="1645920" cy="731520"/>
          </a:xfrm>
          <a:prstGeom prst="rect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Stress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646793" y="3955774"/>
            <a:ext cx="1645920" cy="73152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2000"/>
            </a:pPr>
            <a:r>
              <a:rPr dirty="0"/>
              <a:t>• Input: text messages</a:t>
            </a:r>
            <a:br>
              <a:rPr dirty="0"/>
            </a:br>
            <a:r>
              <a:rPr dirty="0"/>
              <a:t>• Steps: clean text, extract emotion using deep learning</a:t>
            </a:r>
            <a:br>
              <a:rPr dirty="0"/>
            </a:br>
            <a:r>
              <a:rPr dirty="0"/>
              <a:t>• Model: </a:t>
            </a:r>
            <a:r>
              <a:rPr lang="en-US" dirty="0"/>
              <a:t>BERT(Encoder-only, self-regression)</a:t>
            </a:r>
            <a:br>
              <a:rPr dirty="0"/>
            </a:br>
            <a:r>
              <a:rPr dirty="0"/>
              <a:t>• Output: Stress score (0–1), Risk level (Low/Medium/High)</a:t>
            </a:r>
          </a:p>
        </p:txBody>
      </p:sp>
      <p:sp>
        <p:nvSpPr>
          <p:cNvPr id="4" name="Rectangle 3"/>
          <p:cNvSpPr/>
          <p:nvPr/>
        </p:nvSpPr>
        <p:spPr>
          <a:xfrm>
            <a:off x="834887" y="3960744"/>
            <a:ext cx="1645920" cy="73152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Text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960744"/>
            <a:ext cx="1645920" cy="73152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960744"/>
            <a:ext cx="1645920" cy="73152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Deep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75343" y="3960744"/>
            <a:ext cx="1645920" cy="73152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and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2000"/>
            </a:pPr>
            <a:r>
              <a:rPr dirty="0"/>
              <a:t>• Chat data is encrypted and anonymous.</a:t>
            </a:r>
            <a:br>
              <a:rPr dirty="0"/>
            </a:br>
            <a:r>
              <a:rPr dirty="0"/>
              <a:t>• Users must give permission before data use.</a:t>
            </a:r>
            <a:br>
              <a:rPr dirty="0"/>
            </a:br>
            <a:r>
              <a:rPr dirty="0"/>
              <a:t>• AI only assists; doctors make final decisions.</a:t>
            </a:r>
            <a:br>
              <a:rPr dirty="0"/>
            </a:br>
            <a:r>
              <a:rPr dirty="0"/>
              <a:t>• Follows AI ethics: Fairness, Privacy, Safety, Transparency.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2000"/>
            </a:pPr>
            <a:r>
              <a:rPr dirty="0"/>
              <a:t>• Emotional AI can help protect mental health.</a:t>
            </a:r>
            <a:br>
              <a:rPr dirty="0"/>
            </a:br>
            <a:r>
              <a:rPr dirty="0"/>
              <a:t>• Next steps:</a:t>
            </a:r>
            <a:br>
              <a:rPr dirty="0"/>
            </a:br>
            <a:r>
              <a:rPr dirty="0"/>
              <a:t>  - Support more languages</a:t>
            </a:r>
            <a:br>
              <a:rPr dirty="0"/>
            </a:br>
            <a:r>
              <a:rPr dirty="0"/>
              <a:t>  - Work with mental health apps</a:t>
            </a:r>
            <a:br>
              <a:rPr dirty="0"/>
            </a:br>
            <a:r>
              <a:rPr dirty="0"/>
              <a:t>  - Improve model explanation</a:t>
            </a:r>
            <a:br>
              <a:rPr dirty="0"/>
            </a:br>
            <a:r>
              <a:rPr dirty="0"/>
              <a:t>• Goal: Let AI become a caring helper for mental health.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D4A75-070C-9933-1FB9-3254255A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61E09-A53C-3E91-C97F-987E8EEE7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altLang="zh-CN" dirty="0"/>
              <a:t>Train specialized AI models.</a:t>
            </a:r>
          </a:p>
          <a:p>
            <a:r>
              <a:rPr lang="en-US" altLang="zh-CN" dirty="0"/>
              <a:t>Analyze the long-term stress scores of the emotional AI</a:t>
            </a:r>
          </a:p>
          <a:p>
            <a:r>
              <a:rPr lang="en-US" altLang="zh-CN"/>
              <a:t>Provide the suicide tendency index.</a:t>
            </a:r>
          </a:p>
          <a:p>
            <a:endParaRPr lang="en-ZW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1520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356</Words>
  <Application>Microsoft Office PowerPoint</Application>
  <PresentationFormat>全屏显示(4:3)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Emotional AI for Mental Stress Detection and Suicide Prevention</vt:lpstr>
      <vt:lpstr>Background</vt:lpstr>
      <vt:lpstr>Research Goals</vt:lpstr>
      <vt:lpstr>System Design</vt:lpstr>
      <vt:lpstr>Model Method</vt:lpstr>
      <vt:lpstr>Ethics and Privacy</vt:lpstr>
      <vt:lpstr>Conclusion and Future Work</vt:lpstr>
      <vt:lpstr>FUTURE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zcy15190495867@qq.com</cp:lastModifiedBy>
  <cp:revision>3</cp:revision>
  <dcterms:created xsi:type="dcterms:W3CDTF">2013-01-27T09:14:16Z</dcterms:created>
  <dcterms:modified xsi:type="dcterms:W3CDTF">2025-11-09T17:29:53Z</dcterms:modified>
  <cp:category/>
</cp:coreProperties>
</file>